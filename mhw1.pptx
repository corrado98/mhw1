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6C5B5-685B-4C5F-B6D8-9C18C4BDE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F583EA7-F2D6-445A-A173-6F02D299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521B3E-D801-4B99-8BC4-B0CEB236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786CAC-5E44-4D95-94AF-EFE61674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0BCF13-142B-4506-A952-FC51C18A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68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158D5-DEAC-415A-8DDE-5DF3E345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2F7ADB-6CE6-4AB0-A0D8-22972324A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6D36DC-3317-4A86-925B-BEA903D6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1EFDB4-ADDD-4D87-B15A-9150FF40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BC2DDC-064B-4DF5-ACA7-15947174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548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F2FBB8-8910-4537-B18D-3CB5F52B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2DDE1A-1C0F-4A14-977B-92C6FEBDC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7BAE38-B152-450D-8A58-613722BB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45582-4A38-4B20-94D6-53F72557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400E3B-AF3C-4127-87B2-11552FAF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21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BAD06-5225-487D-849B-4EC64F45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8D2190-A389-4C20-959C-4E4E21576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B39951E-2874-4312-8786-BB022C7AC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5275D5-C743-4713-9CE9-6C14C8E6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D336248-CB8C-444C-925F-AA4789F0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C635A7D-6DC9-4F7A-897E-8F136EA0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219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7A0A41-C139-432C-8B0C-21F7D1B0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C74393-B25D-4608-B9CF-7AAEE401A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D67600D-874C-4186-930E-F9386C29A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7C798AA-9F5B-40D8-9F88-6447AA4DD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843C229-7ED7-49A4-8894-8782269CE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A66904F-3777-488B-BB1A-8FD2D90C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42B4C47-812C-43C3-847E-88EA0A67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0B0E28C-9CDC-43CD-8B23-CA510FAE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396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EBA644-121F-4070-8D57-A03851C5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9418852-2E40-4BFC-A0CE-6026C9AE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8B32C29-E7F0-49F4-8A1C-220F4633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0012DB-81F1-4EF7-A300-85DA13B2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423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02D5641-1A2B-4767-875C-9777EC45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CA8CC-73C8-46E0-8828-9903AEC3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DA18DF-A17F-4909-B62E-F391595E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97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A3A5C1-46FB-436C-A4EB-EC469CAC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CDCA7C-57DD-4054-83F0-F723DA34C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8F68085-1E18-460D-BE1F-69923CAA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F73D64D-1E0A-4686-B1BD-55DE9A58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B9B925-204B-42B9-8AFD-AA3B0C20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BF4205-7E2D-4D77-99D4-3683E3DF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868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574266-9F5B-4E3D-ADFC-A9360D7A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90A4782-24CF-4B49-9248-47A2F2799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933BC09-9C76-481C-9306-91ACF1D4E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D3D59C-DE61-4689-BEB9-1765D469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83FA2D-29B2-4D0D-A0A9-B0E82518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F7680C5-8DA2-493C-AD56-77C5CE76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112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18EA81-B370-4254-8063-C64C77E7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36583A8-2A45-42AB-A111-D27D97E73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CBDE4B-77EE-4A38-AACF-3E1E7A9B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33C5C9-9E72-4AB8-8C2E-BDA80AB1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37F578-578C-431E-8D59-0DE0416C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404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0E387F5-9652-4392-A9B3-3B9031606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FE75F5-42C6-4277-A3BF-90F023750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E6D68D-A75B-4683-9063-B52C7CB5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2A1A0F-2812-474D-BA12-CE2ED840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E20531-2B24-454E-ABAD-02A85487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544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3FD8600-5C61-420D-B789-768DBC54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085ACD7-33D1-45E3-ABFD-3A5D456C5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2EC62D-4B7C-4DE1-8FA5-92EE98765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5E41F-841D-47A3-9CAB-8D359BE2114A}" type="datetimeFigureOut">
              <a:rPr lang="it-IT" smtClean="0"/>
              <a:t>01/04/2022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9039CC-FC13-4F68-9D5F-DBB97B993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7FFA2E-1CC7-454C-9189-58F99B945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9F8CC-4CB1-47D3-B056-CA26471DA6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431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0C6806-CD2A-457D-8628-8D7CF0578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E6099F1-CC96-4D39-BA0C-50D96EBA7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5180F7A-A1E3-4E6F-B8B4-8C7F3EBCA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4993"/>
            <a:ext cx="12192000" cy="6168017"/>
          </a:xfrm>
          <a:prstGeom prst="rect">
            <a:avLst/>
          </a:prstGeom>
        </p:spPr>
      </p:pic>
      <p:sp>
        <p:nvSpPr>
          <p:cNvPr id="7" name="Parentesi graffa aperta 6">
            <a:extLst>
              <a:ext uri="{FF2B5EF4-FFF2-40B4-BE49-F238E27FC236}">
                <a16:creationId xmlns:a16="http://schemas.microsoft.com/office/drawing/2014/main" id="{4D4CA1C6-42E0-46DD-9D88-20AED9BD75BA}"/>
              </a:ext>
            </a:extLst>
          </p:cNvPr>
          <p:cNvSpPr/>
          <p:nvPr/>
        </p:nvSpPr>
        <p:spPr>
          <a:xfrm>
            <a:off x="1524000" y="503583"/>
            <a:ext cx="159026" cy="31805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C46D87C-6B52-440C-9AC8-205234917474}"/>
              </a:ext>
            </a:extLst>
          </p:cNvPr>
          <p:cNvSpPr txBox="1"/>
          <p:nvPr/>
        </p:nvSpPr>
        <p:spPr>
          <a:xfrm>
            <a:off x="927652" y="484224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3px</a:t>
            </a:r>
          </a:p>
        </p:txBody>
      </p:sp>
    </p:spTree>
    <p:extLst>
      <p:ext uri="{BB962C8B-B14F-4D97-AF65-F5344CB8AC3E}">
        <p14:creationId xmlns:p14="http://schemas.microsoft.com/office/powerpoint/2010/main" val="3605458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205E8D2-FA17-4296-B014-F2784C973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457"/>
            <a:ext cx="12192000" cy="6185086"/>
          </a:xfrm>
          <a:prstGeom prst="rect">
            <a:avLst/>
          </a:prstGeom>
        </p:spPr>
      </p:pic>
      <p:sp>
        <p:nvSpPr>
          <p:cNvPr id="4" name="Parentesi graffa aperta 3">
            <a:extLst>
              <a:ext uri="{FF2B5EF4-FFF2-40B4-BE49-F238E27FC236}">
                <a16:creationId xmlns:a16="http://schemas.microsoft.com/office/drawing/2014/main" id="{F9429EF7-4907-4958-A99C-8C2D1077E298}"/>
              </a:ext>
            </a:extLst>
          </p:cNvPr>
          <p:cNvSpPr/>
          <p:nvPr/>
        </p:nvSpPr>
        <p:spPr>
          <a:xfrm>
            <a:off x="3277772" y="562708"/>
            <a:ext cx="422031" cy="8018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15C14499-E61D-43AA-B47C-A2A5E62EA3DC}"/>
              </a:ext>
            </a:extLst>
          </p:cNvPr>
          <p:cNvSpPr/>
          <p:nvPr/>
        </p:nvSpPr>
        <p:spPr>
          <a:xfrm>
            <a:off x="3498574" y="1616765"/>
            <a:ext cx="201229" cy="3843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F71EDC0-1D1B-4D40-98A6-4E312EFCE764}"/>
              </a:ext>
            </a:extLst>
          </p:cNvPr>
          <p:cNvSpPr txBox="1"/>
          <p:nvPr/>
        </p:nvSpPr>
        <p:spPr>
          <a:xfrm>
            <a:off x="2385391" y="689113"/>
            <a:ext cx="66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20px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590435F-42CF-471A-9F92-9613DA4F5CB3}"/>
              </a:ext>
            </a:extLst>
          </p:cNvPr>
          <p:cNvSpPr txBox="1"/>
          <p:nvPr/>
        </p:nvSpPr>
        <p:spPr>
          <a:xfrm>
            <a:off x="2796208" y="1590817"/>
            <a:ext cx="66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4C89F54-C52E-4692-866C-76E044CCBF22}"/>
              </a:ext>
            </a:extLst>
          </p:cNvPr>
          <p:cNvSpPr txBox="1"/>
          <p:nvPr/>
        </p:nvSpPr>
        <p:spPr>
          <a:xfrm>
            <a:off x="3193772" y="5420140"/>
            <a:ext cx="90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62C20499-7399-471F-A76E-506C62F7874D}"/>
              </a:ext>
            </a:extLst>
          </p:cNvPr>
          <p:cNvSpPr/>
          <p:nvPr/>
        </p:nvSpPr>
        <p:spPr>
          <a:xfrm>
            <a:off x="3699803" y="5420140"/>
            <a:ext cx="397564" cy="3693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C738FC6-2760-4588-A79F-24B182D2421B}"/>
              </a:ext>
            </a:extLst>
          </p:cNvPr>
          <p:cNvSpPr/>
          <p:nvPr/>
        </p:nvSpPr>
        <p:spPr>
          <a:xfrm>
            <a:off x="8613913" y="1364566"/>
            <a:ext cx="357808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Space </a:t>
            </a:r>
            <a:r>
              <a:rPr lang="it-IT" dirty="0" err="1"/>
              <a:t>Around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0683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FE281CD-A6FC-48CB-B24C-98A04415C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077"/>
            <a:ext cx="12192000" cy="5811775"/>
          </a:xfrm>
          <a:prstGeom prst="rect">
            <a:avLst/>
          </a:prstGeom>
        </p:spPr>
      </p:pic>
      <p:sp>
        <p:nvSpPr>
          <p:cNvPr id="4" name="Parentesi graffa aperta 3">
            <a:extLst>
              <a:ext uri="{FF2B5EF4-FFF2-40B4-BE49-F238E27FC236}">
                <a16:creationId xmlns:a16="http://schemas.microsoft.com/office/drawing/2014/main" id="{0D578300-97FC-4DB8-B767-81EBB50A9534}"/>
              </a:ext>
            </a:extLst>
          </p:cNvPr>
          <p:cNvSpPr/>
          <p:nvPr/>
        </p:nvSpPr>
        <p:spPr>
          <a:xfrm>
            <a:off x="3273287" y="831400"/>
            <a:ext cx="397565" cy="5168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1F421113-D35D-4EB5-A421-0E944446BA3E}"/>
              </a:ext>
            </a:extLst>
          </p:cNvPr>
          <p:cNvSpPr/>
          <p:nvPr/>
        </p:nvSpPr>
        <p:spPr>
          <a:xfrm>
            <a:off x="3472069" y="1696280"/>
            <a:ext cx="198782" cy="3445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0DA55F-4E04-44A7-964F-5A6C6BC740A6}"/>
              </a:ext>
            </a:extLst>
          </p:cNvPr>
          <p:cNvSpPr txBox="1"/>
          <p:nvPr/>
        </p:nvSpPr>
        <p:spPr>
          <a:xfrm>
            <a:off x="2663687" y="905151"/>
            <a:ext cx="808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20px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7C0A817-73CC-42F7-90D9-E788AB4DF169}"/>
              </a:ext>
            </a:extLst>
          </p:cNvPr>
          <p:cNvSpPr txBox="1"/>
          <p:nvPr/>
        </p:nvSpPr>
        <p:spPr>
          <a:xfrm>
            <a:off x="2729948" y="1671504"/>
            <a:ext cx="67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6B11AA3-3A39-49BE-B6DC-463E2B0A39AA}"/>
              </a:ext>
            </a:extLst>
          </p:cNvPr>
          <p:cNvSpPr/>
          <p:nvPr/>
        </p:nvSpPr>
        <p:spPr>
          <a:xfrm>
            <a:off x="8600661" y="1510748"/>
            <a:ext cx="3591339" cy="530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Space </a:t>
            </a:r>
            <a:r>
              <a:rPr lang="it-IT" dirty="0" err="1"/>
              <a:t>Around</a:t>
            </a:r>
            <a:endParaRPr lang="it-IT" dirty="0"/>
          </a:p>
        </p:txBody>
      </p:sp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69616380-5461-4571-8960-AC148276DCAA}"/>
              </a:ext>
            </a:extLst>
          </p:cNvPr>
          <p:cNvSpPr/>
          <p:nvPr/>
        </p:nvSpPr>
        <p:spPr>
          <a:xfrm>
            <a:off x="3909391" y="5406887"/>
            <a:ext cx="185531" cy="45057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9AFB173-1C14-4E89-9732-30C932A3008F}"/>
              </a:ext>
            </a:extLst>
          </p:cNvPr>
          <p:cNvSpPr txBox="1"/>
          <p:nvPr/>
        </p:nvSpPr>
        <p:spPr>
          <a:xfrm>
            <a:off x="3233532" y="5406887"/>
            <a:ext cx="67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</p:spTree>
    <p:extLst>
      <p:ext uri="{BB962C8B-B14F-4D97-AF65-F5344CB8AC3E}">
        <p14:creationId xmlns:p14="http://schemas.microsoft.com/office/powerpoint/2010/main" val="3437775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CD15FF3-D2D6-4A2B-B4F7-5C1C7A76F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957"/>
            <a:ext cx="12192000" cy="6062086"/>
          </a:xfrm>
          <a:prstGeom prst="rect">
            <a:avLst/>
          </a:prstGeom>
        </p:spPr>
      </p:pic>
      <p:sp>
        <p:nvSpPr>
          <p:cNvPr id="4" name="Parentesi graffa aperta 3">
            <a:extLst>
              <a:ext uri="{FF2B5EF4-FFF2-40B4-BE49-F238E27FC236}">
                <a16:creationId xmlns:a16="http://schemas.microsoft.com/office/drawing/2014/main" id="{2346B694-8DD9-4610-A594-E4633D51FEAA}"/>
              </a:ext>
            </a:extLst>
          </p:cNvPr>
          <p:cNvSpPr/>
          <p:nvPr/>
        </p:nvSpPr>
        <p:spPr>
          <a:xfrm>
            <a:off x="3727938" y="548640"/>
            <a:ext cx="211016" cy="5486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94F20186-4DAB-4285-AFC2-04A8390059CF}"/>
              </a:ext>
            </a:extLst>
          </p:cNvPr>
          <p:cNvSpPr/>
          <p:nvPr/>
        </p:nvSpPr>
        <p:spPr>
          <a:xfrm>
            <a:off x="3727938" y="1417983"/>
            <a:ext cx="211016" cy="4240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DB6D828-626F-482C-864F-0D85C9A44AD8}"/>
              </a:ext>
            </a:extLst>
          </p:cNvPr>
          <p:cNvSpPr txBox="1"/>
          <p:nvPr/>
        </p:nvSpPr>
        <p:spPr>
          <a:xfrm>
            <a:off x="3113750" y="638294"/>
            <a:ext cx="71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20px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E23296-BEDF-4514-B462-C55C909E6BF1}"/>
              </a:ext>
            </a:extLst>
          </p:cNvPr>
          <p:cNvSpPr txBox="1"/>
          <p:nvPr/>
        </p:nvSpPr>
        <p:spPr>
          <a:xfrm>
            <a:off x="3113751" y="1444487"/>
            <a:ext cx="71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47B223B-3C81-4DD8-86D2-2875C020E347}"/>
              </a:ext>
            </a:extLst>
          </p:cNvPr>
          <p:cNvSpPr/>
          <p:nvPr/>
        </p:nvSpPr>
        <p:spPr>
          <a:xfrm>
            <a:off x="8441635" y="1272209"/>
            <a:ext cx="3750365" cy="5698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Space </a:t>
            </a:r>
            <a:r>
              <a:rPr lang="it-IT" dirty="0" err="1"/>
              <a:t>around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1225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D95F5B6B-EE5A-4392-95A2-7AEF61E0A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086"/>
            <a:ext cx="12192000" cy="6163828"/>
          </a:xfrm>
          <a:prstGeom prst="rect">
            <a:avLst/>
          </a:prstGeom>
        </p:spPr>
      </p:pic>
      <p:sp>
        <p:nvSpPr>
          <p:cNvPr id="4" name="Parentesi graffa aperta 3">
            <a:extLst>
              <a:ext uri="{FF2B5EF4-FFF2-40B4-BE49-F238E27FC236}">
                <a16:creationId xmlns:a16="http://schemas.microsoft.com/office/drawing/2014/main" id="{7755E25A-0D45-46D4-9F6E-875DC397095D}"/>
              </a:ext>
            </a:extLst>
          </p:cNvPr>
          <p:cNvSpPr/>
          <p:nvPr/>
        </p:nvSpPr>
        <p:spPr>
          <a:xfrm>
            <a:off x="3207026" y="649357"/>
            <a:ext cx="132522" cy="5963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entesi graffa aperta 5">
            <a:extLst>
              <a:ext uri="{FF2B5EF4-FFF2-40B4-BE49-F238E27FC236}">
                <a16:creationId xmlns:a16="http://schemas.microsoft.com/office/drawing/2014/main" id="{FD5B7DA5-AB8B-4BD8-A5E0-98D46D241961}"/>
              </a:ext>
            </a:extLst>
          </p:cNvPr>
          <p:cNvSpPr/>
          <p:nvPr/>
        </p:nvSpPr>
        <p:spPr>
          <a:xfrm>
            <a:off x="3896139" y="1497496"/>
            <a:ext cx="66261" cy="4108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entesi graffa aperta 6">
            <a:extLst>
              <a:ext uri="{FF2B5EF4-FFF2-40B4-BE49-F238E27FC236}">
                <a16:creationId xmlns:a16="http://schemas.microsoft.com/office/drawing/2014/main" id="{DD098C29-4DF2-41B6-98E9-D4DC9539BE21}"/>
              </a:ext>
            </a:extLst>
          </p:cNvPr>
          <p:cNvSpPr/>
          <p:nvPr/>
        </p:nvSpPr>
        <p:spPr>
          <a:xfrm>
            <a:off x="3962400" y="5261113"/>
            <a:ext cx="212035" cy="4108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F65811-54EB-49F3-BAA9-2587F0A7C1D9}"/>
              </a:ext>
            </a:extLst>
          </p:cNvPr>
          <p:cNvSpPr txBox="1"/>
          <p:nvPr/>
        </p:nvSpPr>
        <p:spPr>
          <a:xfrm>
            <a:off x="2570922" y="762864"/>
            <a:ext cx="6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20px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5740F08-B03A-4AC9-B117-F44E3B462F72}"/>
              </a:ext>
            </a:extLst>
          </p:cNvPr>
          <p:cNvSpPr txBox="1"/>
          <p:nvPr/>
        </p:nvSpPr>
        <p:spPr>
          <a:xfrm>
            <a:off x="3313043" y="1518238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E354452-6B87-4E5F-82B0-2B29A87E267F}"/>
              </a:ext>
            </a:extLst>
          </p:cNvPr>
          <p:cNvSpPr txBox="1"/>
          <p:nvPr/>
        </p:nvSpPr>
        <p:spPr>
          <a:xfrm>
            <a:off x="3273287" y="5281855"/>
            <a:ext cx="68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2AA5786-DF75-4FE4-94BE-DC0B1913494E}"/>
              </a:ext>
            </a:extLst>
          </p:cNvPr>
          <p:cNvSpPr/>
          <p:nvPr/>
        </p:nvSpPr>
        <p:spPr>
          <a:xfrm>
            <a:off x="8945217" y="1497496"/>
            <a:ext cx="3246783" cy="596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Space </a:t>
            </a:r>
            <a:r>
              <a:rPr lang="it-IT" dirty="0" err="1"/>
              <a:t>Around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0874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B3E1B9C-AE7D-4038-BD87-5B89204A1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566"/>
            <a:ext cx="12192000" cy="5748867"/>
          </a:xfrm>
          <a:prstGeom prst="rect">
            <a:avLst/>
          </a:prstGeom>
        </p:spPr>
      </p:pic>
      <p:sp>
        <p:nvSpPr>
          <p:cNvPr id="4" name="Parentesi graffa aperta 3">
            <a:extLst>
              <a:ext uri="{FF2B5EF4-FFF2-40B4-BE49-F238E27FC236}">
                <a16:creationId xmlns:a16="http://schemas.microsoft.com/office/drawing/2014/main" id="{11C747D7-B535-40C8-A8B7-87DEEA0BD792}"/>
              </a:ext>
            </a:extLst>
          </p:cNvPr>
          <p:cNvSpPr/>
          <p:nvPr/>
        </p:nvSpPr>
        <p:spPr>
          <a:xfrm>
            <a:off x="3472070" y="742122"/>
            <a:ext cx="397565" cy="5565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78329033-5D8E-4A61-B8C7-A1C63F6478D5}"/>
              </a:ext>
            </a:extLst>
          </p:cNvPr>
          <p:cNvSpPr/>
          <p:nvPr/>
        </p:nvSpPr>
        <p:spPr>
          <a:xfrm>
            <a:off x="3737113" y="1669774"/>
            <a:ext cx="132522" cy="304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entesi graffa aperta 5">
            <a:extLst>
              <a:ext uri="{FF2B5EF4-FFF2-40B4-BE49-F238E27FC236}">
                <a16:creationId xmlns:a16="http://schemas.microsoft.com/office/drawing/2014/main" id="{9387F6EF-85AD-4D6E-B5E2-64D61C8868F7}"/>
              </a:ext>
            </a:extLst>
          </p:cNvPr>
          <p:cNvSpPr/>
          <p:nvPr/>
        </p:nvSpPr>
        <p:spPr>
          <a:xfrm>
            <a:off x="3869635" y="5393635"/>
            <a:ext cx="45719" cy="4373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99E6864-C45F-419D-96EA-109C9564FEBA}"/>
              </a:ext>
            </a:extLst>
          </p:cNvPr>
          <p:cNvSpPr/>
          <p:nvPr/>
        </p:nvSpPr>
        <p:spPr>
          <a:xfrm>
            <a:off x="8560904" y="1457739"/>
            <a:ext cx="3631096" cy="516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Space </a:t>
            </a:r>
            <a:r>
              <a:rPr lang="it-IT" dirty="0" err="1"/>
              <a:t>Around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0E45C0-B1B7-4EA4-A4D3-49E96B0ADB28}"/>
              </a:ext>
            </a:extLst>
          </p:cNvPr>
          <p:cNvSpPr txBox="1"/>
          <p:nvPr/>
        </p:nvSpPr>
        <p:spPr>
          <a:xfrm>
            <a:off x="2875721" y="835751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20px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036F114-E5FF-4542-A60D-677369BDF1FB}"/>
              </a:ext>
            </a:extLst>
          </p:cNvPr>
          <p:cNvSpPr txBox="1"/>
          <p:nvPr/>
        </p:nvSpPr>
        <p:spPr>
          <a:xfrm>
            <a:off x="3114262" y="1626281"/>
            <a:ext cx="72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8AF210B-4453-4B8F-845A-EFECF7B48774}"/>
              </a:ext>
            </a:extLst>
          </p:cNvPr>
          <p:cNvSpPr txBox="1"/>
          <p:nvPr/>
        </p:nvSpPr>
        <p:spPr>
          <a:xfrm>
            <a:off x="3199736" y="5393635"/>
            <a:ext cx="72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</p:spTree>
    <p:extLst>
      <p:ext uri="{BB962C8B-B14F-4D97-AF65-F5344CB8AC3E}">
        <p14:creationId xmlns:p14="http://schemas.microsoft.com/office/powerpoint/2010/main" val="307582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848CEB02-4E11-4293-9D28-5B1519F87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385671"/>
            <a:ext cx="12270658" cy="6199283"/>
          </a:xfrm>
          <a:prstGeom prst="rect">
            <a:avLst/>
          </a:prstGeom>
        </p:spPr>
      </p:pic>
      <p:sp>
        <p:nvSpPr>
          <p:cNvPr id="4" name="Parentesi graffa aperta 3">
            <a:extLst>
              <a:ext uri="{FF2B5EF4-FFF2-40B4-BE49-F238E27FC236}">
                <a16:creationId xmlns:a16="http://schemas.microsoft.com/office/drawing/2014/main" id="{AF7E0BC5-0B9E-43BE-913B-6684868FE6DA}"/>
              </a:ext>
            </a:extLst>
          </p:cNvPr>
          <p:cNvSpPr/>
          <p:nvPr/>
        </p:nvSpPr>
        <p:spPr>
          <a:xfrm>
            <a:off x="3790734" y="3288364"/>
            <a:ext cx="154744" cy="3938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08E666D0-DB23-4FBE-9A20-E266C8DF7516}"/>
              </a:ext>
            </a:extLst>
          </p:cNvPr>
          <p:cNvSpPr/>
          <p:nvPr/>
        </p:nvSpPr>
        <p:spPr>
          <a:xfrm>
            <a:off x="2849217" y="5433392"/>
            <a:ext cx="238539" cy="3578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DB3268-9928-4C45-AA56-600CB3B9D763}"/>
              </a:ext>
            </a:extLst>
          </p:cNvPr>
          <p:cNvSpPr txBox="1"/>
          <p:nvPr/>
        </p:nvSpPr>
        <p:spPr>
          <a:xfrm>
            <a:off x="3191634" y="3288364"/>
            <a:ext cx="848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D8FE8AF-0B8E-4047-B750-B9CA5BAF49E6}"/>
              </a:ext>
            </a:extLst>
          </p:cNvPr>
          <p:cNvSpPr txBox="1"/>
          <p:nvPr/>
        </p:nvSpPr>
        <p:spPr>
          <a:xfrm>
            <a:off x="2252870" y="5433392"/>
            <a:ext cx="71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10px</a:t>
            </a:r>
          </a:p>
        </p:txBody>
      </p:sp>
    </p:spTree>
    <p:extLst>
      <p:ext uri="{BB962C8B-B14F-4D97-AF65-F5344CB8AC3E}">
        <p14:creationId xmlns:p14="http://schemas.microsoft.com/office/powerpoint/2010/main" val="2416045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27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Corrado Caia</dc:creator>
  <cp:lastModifiedBy>Corrado Caia</cp:lastModifiedBy>
  <cp:revision>2</cp:revision>
  <dcterms:created xsi:type="dcterms:W3CDTF">2022-04-01T16:24:40Z</dcterms:created>
  <dcterms:modified xsi:type="dcterms:W3CDTF">2022-04-01T16:58:10Z</dcterms:modified>
</cp:coreProperties>
</file>